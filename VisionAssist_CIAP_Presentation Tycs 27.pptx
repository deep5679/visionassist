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743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 and Scope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VisionAssist  |  DevSecOps Lab CIAP  |  Deep Kalpesh Modh, Roll No. 27  |  SDG 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6294A"/>
          </a:solidFill>
          <a:ln w="9525">
            <a:solidFill>
              <a:srgbClr val="2B46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6294A"/>
          </a:solidFill>
          <a:ln w="9525">
            <a:solidFill>
              <a:srgbClr val="2B46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text (labels, forms, notices) is hard for visually impaired users to read alone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photo to speech, high contrast, no special software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must also be built, tested and deployed securely and repeatably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OCR + speech, Docker, Jenkins, Terraform on AWS, SonarQube and Trivy scans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accounts, HTTPS, multi-language OCR, testing with real users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743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and DevSecOps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i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5029200" cy="23865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118872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site, OCR and speech run in the browser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(non-root) in Docker on AWS EC2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 at every stage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38404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design: </a:t>
            </a:r>
            <a:pPr indent="0" marL="0">
              <a:buNone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container, patched base image, inbound TCP 80 only, egress 80/443, encrypted disk, IMDSv2, SRI hash on the CDN script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743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Implementation and Testing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or take a photo of text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Tesseract.js reads the text in the browser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reads it aloud, adjustable speed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high contrast, A-/A+ text size, skip link, focus outlines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tested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locally, in Docker and on AWS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on a form screenshot: text recognised, small errors on tiny text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for utils.js in the Jenkins pipeline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stay on the device (privacy)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743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Deployment and Jenkins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nginx-unprivileged on Alpine, port 8080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upgrade, then back to non-root user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1.0 &gt; 1.1 (patched) &gt; 1.2 (final)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build, then docker run on :8080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Checkout, unit test, SonarQube, Docker build, Trivy scan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archived as build artifacts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200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 22s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858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1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#3 passed (Jenkins 2.541.3)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743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Infrastructure Using Terraform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7548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94960" y="1051560"/>
            <a:ext cx="3291840" cy="35661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creates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4592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t3.micro (Amazon Linux 2023), encrypted disk, IMDSv2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group: in TCP 80; out TCP 443/80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 for a fixed address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script: install Docker, clone GitHub, build, run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6459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was blocked by an AWS Organization policy (SCP). Other regions were tested and the site was deployed in Sydney (ap-southeast-2). Apply: 2 added, then re-applied with an Elastic IP.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743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Scan Results and Vulnerability Report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46120" y="10515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0" y="105156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143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 &gt; 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01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1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image: High + Critical, after apk upgrade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143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&gt; A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01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1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Security; 3 issues &gt; 0 open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1143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&gt; 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01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16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Terraform AWS-0104: mitigated, accepted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3108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regex backtracking (utils.js), missing SRI hash (index.html), outdated OS packages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risk: site must be public (port 80); egress destination 0.0.0.0/0; Dockerfile build-time root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scanned: Tesseract CDN library; test coverage is 0.0%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743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and Reflection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show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57 image findings came from the base image, not our code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does not mean exploitable, but patching is still right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scan is not a safe system: public exposure remains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fix, re-scan gives measurable proof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show keys or tokens in screenshots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errors carefully and check the folder first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74320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6294A"/>
          </a:solidFill>
          <a:ln w="9525">
            <a:solidFill>
              <a:srgbClr val="2B46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6294A"/>
          </a:solidFill>
          <a:ln w="9525">
            <a:solidFill>
              <a:srgbClr val="2B46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VisionAssist delivered through Git, Docker, Jenkins, Terraform, SonarQube and Trivy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issues found, fixed and measured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SDG 9: innovation with secure, repeatable infrastructure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HTTPS, domain, WAF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Tesseract.js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with coverage in SonarQube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with egress allow-list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visually impaired users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VisionAssist - DevSecOps CIAP</dc:title>
  <dc:subject>PptxGenJS Presentation</dc:subject>
  <dc:creator>Deep Kalpesh Modh</dc:creator>
  <cp:lastModifiedBy>Deep Kalpesh Modh</cp:lastModifiedBy>
  <cp:revision>1</cp:revision>
  <dcterms:created xsi:type="dcterms:W3CDTF">2026-10-24T13:24:49Z</dcterms:created>
  <dcterms:modified xsi:type="dcterms:W3CDTF">2026-10-24T13:24:49Z</dcterms:modified>
</cp:coreProperties>
</file>